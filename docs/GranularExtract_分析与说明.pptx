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GranularExtract</a:t>
            </a:r>
          </a:p>
          <a:p>
            <a:pPr algn="l"/>
            <a:r>
              <a:rPr sz="2000" b="1">
                <a:solidFill>
                  <a:srgbClr val="17A2B8"/>
                </a:solidFill>
                <a:latin typeface="Microsoft YaHei"/>
              </a:rPr>
              <a:t>按 G 粒度从 N bit 取 M bit 的自动选型模块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DEC"/>
                </a:solidFill>
                <a:latin typeface="Microsoft YaHei"/>
              </a:rPr>
              <a:t>窗口化二分树 vs bitmap AND-OR 平面：按参数自动选择面积更小的实现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配套：GranularExtract.scala · GranularExtractSpec（15 用例全绿）· 全量回归 266 用例通过</a:t>
            </a:r>
          </a:p>
          <a:p>
            <a:pPr algn="l"/>
            <a:r>
              <a:rPr sz="1400" b="0">
                <a:solidFill>
                  <a:srgbClr val="555F6B"/>
                </a:solidFill>
                <a:latin typeface="Microsoft YaHei"/>
              </a:rPr>
              <a:t>BaseCbb / align  · 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1. 问题定义与约束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从 N bit 输入按 G 粒度移位取出 M 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起点对齐：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start = s·G，s ∈ [0, S)，S = (N−M)/G + 1（可选窗口数）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硬约束：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N、M 均为 G 的整数倍 → N=n·G，M=m·G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等价重述：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从 n 个 G-bit chunk 中选 m 个连续 chunk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输出语义：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out[j] = in[start + j]，j ∈ [0, M)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黄金模型：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out = (in &gt;&gt; (off·G)) 的低 M bit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6DA4"/>
                </a:solidFill>
                <a:latin typeface="Microsoft YaHei"/>
              </a:rPr>
              <a:t>▸ 典型场景：</a:t>
            </a:r>
            <a:r>
              <a:rPr sz="1700">
                <a:solidFill>
                  <a:srgbClr val="22282E"/>
                </a:solidFill>
                <a:latin typeface="Microsoft YaHei"/>
              </a:rPr>
              <a:t>512b MAC 总线按 8B 切 96b 信元（N=512,M=96,G=8,S=53,K=6）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572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5661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参数关系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82E"/>
                </a:solidFill>
                <a:latin typeface="Microsoft YaHei"/>
              </a:rPr>
              <a:t>S = (N − M)/G + 1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82E"/>
                </a:solidFill>
                <a:latin typeface="Microsoft YaHei"/>
              </a:rPr>
              <a:t>K = ⌈log₂ S⌉  （off 位宽）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82E"/>
                </a:solidFill>
                <a:latin typeface="Microsoft YaHei"/>
              </a:rPr>
              <a:t>n = N / G，m = M / 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82E"/>
                </a:solidFill>
                <a:latin typeface="Microsoft YaHei"/>
              </a:rPr>
              <a:t>约束：n ≥ m ≥ 1</a:t>
            </a:r>
          </a:p>
          <a:p>
            <a:pPr algn="l"/>
            <a:r>
              <a:rPr sz="1400" b="0">
                <a:solidFill>
                  <a:srgbClr val="E88A1A"/>
                </a:solidFill>
                <a:latin typeface="Microsoft YaHei"/>
              </a:rPr>
              <a:t>调用方须保证 off &lt;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2. 候选方案一览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统一用等效 2:1 mux 数（mux2）计量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651760"/>
                <a:gridCol w="1645920"/>
                <a:gridCol w="201168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结构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面积 (mux2)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组合深度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适用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B 二分块树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K 级保持/下移 2^k·G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K·M+G(2^K−1−K)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K 级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默认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T2 bitmap 平面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off 译码 S 路 one-hot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M(S−1)+S·K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译码+AND+OR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S 极小且 G 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T3 整宽桶形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整条 N 总线 K 级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≈ N·K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K 级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不应单独用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T1 字面AND-fold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mask+AND+折叠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≈ 2N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log₂M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仅滑窗匹配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E/F 流式/SRAM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串行交付/可寻址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→ 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82E"/>
                          </a:solidFill>
                          <a:latin typeface="Microsoft YaHei"/>
                        </a:rPr>
                        <a:t>本就流式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8A1A"/>
                </a:solidFill>
                <a:latin typeface="Microsoft YaHei"/>
              </a:rPr>
              <a:t>T3 结论：循环移位 = 整宽桶形，恒比 B 贵约 N/M 倍（对整条总线移位，B 只对收缩窗口）。模块不实现 T3。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3. 面积对比（统一 mux2 单位）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B 在大 S 下优势急剧放大</a:t>
            </a:r>
          </a:p>
        </p:txBody>
      </p:sp>
      <p:pic>
        <p:nvPicPr>
          <p:cNvPr id="5" name="Picture 4" descr="chart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779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Microsoft YaHei"/>
              </a:rPr>
              <a:t>B 与 T2 用同一 mux2 单位：512/96/8 下 T2 比 B 贵 5.15×；仅 64/32/16、512/128/64 等极小 S 大 G 场景 T2 略优。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4. 交叉点分析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修正此前结论：T2 仅在极小 S 胜出</a:t>
            </a:r>
          </a:p>
        </p:txBody>
      </p:sp>
      <p:pic>
        <p:nvPicPr>
          <p:cNvPr id="5" name="Picture 4" descr="chart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Microsoft YaHei"/>
              </a:rPr>
              <a:t>此前未加约束的分析用「B×3、T2×1」的混合单位误判交叉点在 S≈7–10；统一单位后正确结论：B 在绝大多数现实参数下更小，T2 仅在 S≤5 且 G 较大时反超。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5. 多组 N/M/G 代价对比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统一 mux2 单位 · 自动选型列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463040"/>
                <a:gridCol w="1645920"/>
                <a:gridCol w="1463040"/>
                <a:gridCol w="2468880"/>
              </a:tblGrid>
              <a:tr h="4846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N/M/G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n,m,S(K)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T2/B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自动选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64/32/16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4,2,3(2)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0.875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A2B8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64/32/8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8,4,5(3)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1.117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128/32/8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16,4,13(4)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216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436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2.02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256/64/32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8,2,7(3)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512/128/64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8,2,5(3)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640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527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0.82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A2B8"/>
                          </a:solidFill>
                          <a:latin typeface="Microsoft YaHei"/>
                        </a:rPr>
                        <a:t>T2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512/96/8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64,12,53(6)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512/64/8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64,8,57(6)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840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3926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4.67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1024/64/32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32,2,31(5)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2075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1024/256/64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16,4,13(4)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1728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3124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2E"/>
                          </a:solidFill>
                          <a:latin typeface="Microsoft YaHei"/>
                        </a:rPr>
                        <a:t>1.81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6DA4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6. GranularExtractAuto 模块设计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BaseCbb/align · 复用 GenModule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自动决策：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elaboration 期估算 mux2Tree 与 mux2Bitmap，选更小者实例化，零运行时开销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prefer 覆盖：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auto / tree / bitmap，用于时序与布线调优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IO：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in(N) / off(K) / out(M) / sideIn(n) / sideOut(m)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sideband：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每 chunk 1 位标志（valid/last），宽 n→m，走同一套按 chunk 移位网络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一致输出：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B 与 T2 数学等价，均实现 out=(in&gt;&gt;off·G)(M-1,0)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可流水：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B 每级 2:1 mux，级间插 RegNext 把组合深度降到 1 级/拍（延迟+K，吞吐不变）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6DA4"/>
                </a:solidFill>
                <a:latin typeface="Microsoft YaHei"/>
              </a:rPr>
              <a:t>▸ 非法 off：</a:t>
            </a:r>
            <a:r>
              <a:rPr sz="1500">
                <a:solidFill>
                  <a:srgbClr val="22282E"/>
                </a:solidFill>
                <a:latin typeface="Microsoft YaHei"/>
              </a:rPr>
              <a:t>in 高位补 0、bitmap 越界项置 0，均为 don't-care 不耗面积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463040"/>
            <a:ext cx="4206240" cy="4572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749039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YaHei"/>
              </a:rPr>
              <a:t>面积估计（mux2）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82E"/>
                </a:solidFill>
                <a:latin typeface="Microsoft YaHei"/>
              </a:rPr>
              <a:t>mux2Tree =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6DA4"/>
                </a:solidFill>
                <a:latin typeface="Microsoft YaHei"/>
              </a:rPr>
              <a:t>  K·M + G·(2^K−1−K)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82E"/>
                </a:solidFill>
                <a:latin typeface="Microsoft YaHei"/>
              </a:rPr>
              <a:t>mux2Bitmap =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88A1A"/>
                </a:solidFill>
                <a:latin typeface="Microsoft YaHei"/>
              </a:rPr>
              <a:t>  M·(S−1) + S·K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82E"/>
                </a:solidFill>
                <a:latin typeface="Microsoft YaHei"/>
              </a:rPr>
              <a:t>useTree =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7A2B8"/>
                </a:solidFill>
                <a:latin typeface="Microsoft YaHei"/>
              </a:rPr>
              <a:t>  mux2Tree ≤ mux2Bitmap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面积诊断复用</a:t>
            </a:r>
          </a:p>
          <a:p>
            <a:pPr algn="l"/>
            <a:r>
              <a:rPr sz="1300" b="0">
                <a:solidFill>
                  <a:srgbClr val="555F6B"/>
                </a:solidFill>
                <a:latin typeface="Microsoft YaHei"/>
              </a:rPr>
              <a:t>BaseCbb.Area</a:t>
            </a:r>
          </a:p>
          <a:p>
            <a:pPr algn="l"/>
            <a:r>
              <a:rPr sz="1300" b="0">
                <a:solidFill>
                  <a:srgbClr val="555F6B"/>
                </a:solidFill>
                <a:latin typeface="Microsoft YaHei"/>
              </a:rPr>
              <a:t>.ProcessConfiguration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7. 验证策略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GranularExtractSpec · 15 用例全绿 · 全量回归 266 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① 黄金模型回环：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8 组 N/M/G × 200 随机 off，断言 out == (in&gt;&gt;off·G)(M-1,0)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② 自动选型断言：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512/96/8→tree、64/32/8→tree、64/32/16→bitmap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③ 两实现一致性：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tree vs bitmap 随机比对，断言逐位相同（512/96/8、64/32/8）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④ sideband 对齐：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256/64/32 下 sideOut 按 chunk 移位与黄金模型一致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⑤ prefer 覆盖：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prefer=tree/bitmap 强制生效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回归命令：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sbt "testOnly BaseCbb.align.GranularExtractSpec"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Microsoft YaHei"/>
              </a:rPr>
              <a:t>全工程 sbt test：43 suites / 266 用例，0 失败（基线 251 + 新增 15）。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8. 落地与选型建议</a:t>
            </a:r>
          </a:p>
          <a:p>
            <a:r>
              <a:rPr sz="1300">
                <a:solidFill>
                  <a:srgbClr val="CFDDEC"/>
                </a:solidFill>
                <a:latin typeface="Microsoft YaHei"/>
              </a:rPr>
              <a:t>数据通路中如何选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数据整块到达 + 偏移运行时变：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用 GranularExtractAuto（默认 auto）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S 极小（相邻 chunk、S≤3）且 G 较大：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评估 prefer=bitmap（省 10–20%）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输入是 G/cycle 流 / 已落 chunk 可寻址存储：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选 E/F（选择逻辑趋零）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检测而非提取（滑窗匹配）：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选 T1（≈2N 有损 AND-fold），比「提取+判决」省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不要加整宽循环移位步骤：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T3 恒比 B 贵约 N/M 倍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6DA4"/>
                </a:solidFill>
                <a:latin typeface="Microsoft YaHei"/>
              </a:rPr>
              <a:t>▸ FPGA 备注：</a:t>
            </a:r>
            <a:r>
              <a:rPr sz="1600">
                <a:solidFill>
                  <a:srgbClr val="22282E"/>
                </a:solidFill>
                <a:latin typeface="Microsoft YaHei"/>
              </a:rPr>
              <a:t>LUT6 原生 4:1 mux 缩小 B/T2 差距；SRL 让流式方案近乎免费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模块已接入 BaseCbb/align，复用 GenModule 的 desiredName/参数化约定，可直接被寄存器生成工具与顶层整合。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